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708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idea and explain that this is a proposed business in Lodwar.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these are problems to validate through interviews; do not present them as measured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service point and emphasize that customers can get help and learn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customer groups and the first-month research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List core services that can be offered at launch; only add services you can deliver safely and legally.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revenue sources and note that all prices are draft estimates to confirm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honest that the business is not operating yet. Share the validation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alternatives customers may use and the service quality you aim to offer.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low-cost methods you will test and how you will measure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 your real name and relevant skills before submission; do not invent team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figures are illustrative estimates. Replace them with quotes and realistic cost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support needed and how it will be used. Add your contact details if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457200"/>
            <a:ext cx="2834640" cy="2834640"/>
          </a:xfrm>
          <a:prstGeom prst="ellipse">
            <a:avLst/>
          </a:prstGeom>
          <a:solidFill>
            <a:srgbClr val="26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35440" y="2743200"/>
            <a:ext cx="2103120" cy="2103120"/>
          </a:xfrm>
          <a:prstGeom prst="ellipse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0" y="4114800"/>
            <a:ext cx="1280160" cy="1280160"/>
          </a:xfrm>
          <a:prstGeom prst="ellipse">
            <a:avLst/>
          </a:prstGeom>
          <a:solidFill>
            <a:srgbClr val="EF9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6949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78E1D5"/>
                </a:solidFill>
                <a:latin typeface="Aptos"/>
              </a:rPr>
              <a:t>PLP AFRICA • STARTUP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94944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Digital Skills
&amp; Cyber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62179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E1EBF5"/>
                </a:solidFill>
                <a:latin typeface="Aptos"/>
              </a:rPr>
              <a:t>Affordable computer support and digital services for people and small businesses in Lodwar.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Location: Lodwar, Turkana County, Kenya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CDDCEB"/>
                </a:solidFill>
                <a:latin typeface="Aptos"/>
              </a:rPr>
              <a:t>Business stage: Planning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AFC2D6"/>
                </a:solidFill>
                <a:latin typeface="Aptos"/>
              </a:rPr>
              <a:t>First draft • October 2026 • Presenter name to be added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22442"/>
                </a:solidFill>
                <a:latin typeface="Aptos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64008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381"/>
                </a:solidFill>
                <a:latin typeface="Aptos"/>
              </a:rPr>
              <a:t>People need digital services, but access, confidence, and support can be barriers.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5738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3152" cy="1737360"/>
          </a:xfrm>
          <a:prstGeom prst="rect">
            <a:avLst/>
          </a:prstGeom>
          <a:solidFill>
            <a:srgbClr val="26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154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Limited digital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313639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Some residents need help using email, online forms, documents, and basic computer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73152" cy="1737360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54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Time and travel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50592"/>
            <a:ext cx="313639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Students and job seekers may spend time travelling or waiting to complete simple online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874519"/>
            <a:ext cx="73152" cy="1737360"/>
          </a:xfrm>
          <a:prstGeom prst="rect">
            <a:avLst/>
          </a:prstGeom>
          <a:solidFill>
            <a:srgbClr val="EF9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93392"/>
            <a:ext cx="3154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Small business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50592"/>
            <a:ext cx="313639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Small businesses may need affordable typing, printing, scanning, and document support.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122442"/>
                </a:solidFill>
                <a:latin typeface="Aptos"/>
              </a:rPr>
              <a:t>Opportunity: provide a friendly, reliable local service that helps customers complete digital tasks and build practical skills.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10241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57381"/>
                </a:solidFill>
                <a:latin typeface="Aptos"/>
              </a:rPr>
              <a:t>These are initial problem assumptions to validate through conversations with local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22442"/>
                </a:solidFill>
                <a:latin typeface="Aptos"/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64008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381"/>
                </a:solidFill>
                <a:latin typeface="Aptos"/>
              </a:rPr>
              <a:t>A convenient local service point that combines cyber services with basic digital skills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5738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577840" cy="347472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340"/>
                </a:solidFill>
                <a:latin typeface="Aptos"/>
              </a:defRPr>
            </a:pPr>
            <a:r>
              <a:t>•  Help customers access online services and complete forms.</a:t>
            </a:r>
          </a:p>
          <a:p>
            <a:pPr>
              <a:spcAft>
                <a:spcPts val="1300"/>
              </a:spcAft>
              <a:defRPr sz="1900">
                <a:solidFill>
                  <a:srgbClr val="283340"/>
                </a:solidFill>
                <a:latin typeface="Aptos"/>
              </a:defRPr>
            </a:pPr>
            <a:r>
              <a:t>•  Offer typing, CV formatting, printing, scanning, and photocopying.</a:t>
            </a:r>
          </a:p>
          <a:p>
            <a:pPr>
              <a:spcAft>
                <a:spcPts val="1300"/>
              </a:spcAft>
              <a:defRPr sz="1900">
                <a:solidFill>
                  <a:srgbClr val="283340"/>
                </a:solidFill>
                <a:latin typeface="Aptos"/>
              </a:defRPr>
            </a:pPr>
            <a:r>
              <a:t>•  Provide basic computer, email, and internet skills guidance.</a:t>
            </a:r>
          </a:p>
          <a:p>
            <a:pPr>
              <a:spcAft>
                <a:spcPts val="1300"/>
              </a:spcAft>
              <a:defRPr sz="1900">
                <a:solidFill>
                  <a:srgbClr val="283340"/>
                </a:solidFill>
                <a:latin typeface="Aptos"/>
              </a:defRPr>
            </a:pPr>
            <a:r>
              <a:t>•  Give clear prices and respectful customer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F9E97"/>
                </a:solidFill>
                <a:latin typeface="Aptos"/>
              </a:rPr>
              <a:t>HOW IT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2377440"/>
            <a:ext cx="4480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12280" y="2423160"/>
            <a:ext cx="73152" cy="731520"/>
          </a:xfrm>
          <a:prstGeom prst="rect">
            <a:avLst/>
          </a:prstGeom>
          <a:solidFill>
            <a:srgbClr val="26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3448" y="2542032"/>
            <a:ext cx="4114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1. Visit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2999232"/>
            <a:ext cx="4096512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Customer explains the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429000"/>
            <a:ext cx="4480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12280" y="3474720"/>
            <a:ext cx="73152" cy="731520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3448" y="3593592"/>
            <a:ext cx="4114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2. Get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4050791"/>
            <a:ext cx="4096512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We complete or teach the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4480560"/>
            <a:ext cx="4480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12280" y="4526280"/>
            <a:ext cx="73152" cy="731520"/>
          </a:xfrm>
          <a:prstGeom prst="rect">
            <a:avLst/>
          </a:prstGeom>
          <a:solidFill>
            <a:srgbClr val="EF9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13448" y="4645152"/>
            <a:ext cx="4114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3. Leave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5102352"/>
            <a:ext cx="4096512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Customer receives the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10241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57381"/>
                </a:solidFill>
                <a:latin typeface="Aptos"/>
              </a:rPr>
              <a:t>We will protect customer privacy and never ask for passwords unless absolutely required; customers should enter passwords themselves.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22442"/>
                </a:solidFill>
                <a:latin typeface="Aptos"/>
              </a:rPr>
              <a:t>Target Customers &amp;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64008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381"/>
                </a:solidFill>
                <a:latin typeface="Aptos"/>
              </a:rPr>
              <a:t>Start in Lodwar and grow based on demand and customer feedback.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57381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1965960"/>
          </a:xfrm>
          <a:prstGeom prst="rect">
            <a:avLst/>
          </a:prstGeom>
          <a:solidFill>
            <a:srgbClr val="26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Students &amp; trainees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3090672" cy="1344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Assignments, printing, scanning, email, and digital skills practice.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74519"/>
            <a:ext cx="73152" cy="1965960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Job seekers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50592"/>
            <a:ext cx="3090672" cy="1344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CV preparation, online applications, document formatting, and email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10144" y="1874519"/>
            <a:ext cx="73152" cy="1965960"/>
          </a:xfrm>
          <a:prstGeom prst="rect">
            <a:avLst/>
          </a:prstGeom>
          <a:solidFill>
            <a:srgbClr val="EF9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9933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Small businesses &amp; residents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450592"/>
            <a:ext cx="3090672" cy="1344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Typing, copies, document support, and help with online tasks.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22442"/>
                </a:solidFill>
                <a:latin typeface="Aptos"/>
              </a:rPr>
              <a:t>Initial market test (planning estimate)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283340"/>
                </a:solidFill>
                <a:latin typeface="Aptos"/>
              </a:rPr>
              <a:t>Interview 30 potential customers in the first month. Aim to attract 10–15 paying customers per day once the service is operating. These are targets, not verified market statistics.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10241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57381"/>
                </a:solidFill>
                <a:latin typeface="Aptos"/>
              </a:rPr>
              <a:t>Validate demand by interviewing customers and checking local prices before committing to rent or equipment.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22442"/>
                </a:solidFill>
                <a:latin typeface="Aptos"/>
              </a:rPr>
              <a:t>Services We Will Offer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64008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381"/>
                </a:solidFill>
                <a:latin typeface="Aptos"/>
              </a:rPr>
              <a:t>Begin with essential services, then add more as customers request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5738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1188719"/>
          </a:xfrm>
          <a:prstGeom prst="rect">
            <a:avLst/>
          </a:prstGeom>
          <a:solidFill>
            <a:srgbClr val="26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4892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Online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4873752" cy="5669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Applications, email setup guidance, and online forms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874519"/>
            <a:ext cx="73152" cy="1188719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7" y="1993392"/>
            <a:ext cx="4892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2450592"/>
            <a:ext cx="4873752" cy="5669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Typing, CV formatting, letters, and basic editing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73152" cy="1188719"/>
          </a:xfrm>
          <a:prstGeom prst="rect">
            <a:avLst/>
          </a:prstGeom>
          <a:solidFill>
            <a:srgbClr val="EF9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593592"/>
            <a:ext cx="4892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Print &amp; 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50791"/>
            <a:ext cx="4873752" cy="5669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Printing, photocopying, scanning, and document sharing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42900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474720"/>
            <a:ext cx="73152" cy="1188719"/>
          </a:xfrm>
          <a:prstGeom prst="rect">
            <a:avLst/>
          </a:prstGeom>
          <a:solidFill>
            <a:srgbClr val="26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7" y="3593592"/>
            <a:ext cx="4892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Digital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4050791"/>
            <a:ext cx="4873752" cy="5669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Basic computer, internet, email, and file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657381"/>
                </a:solidFill>
                <a:latin typeface="Aptos"/>
              </a:rPr>
              <a:t>Possible future additions: basic software installation, website support, and simple digital solutions—only when skills and resources allow.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10241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57381"/>
                </a:solidFill>
                <a:latin typeface="Aptos"/>
              </a:rPr>
              <a:t>All prices and services will be checked against local demand and relevant legal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22442"/>
                </a:solidFill>
                <a:latin typeface="Aptos"/>
              </a:rPr>
              <a:t>How the Business Will 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64008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381"/>
                </a:solidFill>
                <a:latin typeface="Aptos"/>
              </a:rPr>
              <a:t>Customers pay per service; short training sessions can create repeat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57381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1508760"/>
          </a:xfrm>
          <a:prstGeom prst="rect">
            <a:avLst/>
          </a:prstGeom>
          <a:solidFill>
            <a:srgbClr val="26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Pay per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3090672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Typing, printing, scanning, copies, and online assistance.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74519"/>
            <a:ext cx="73152" cy="1508760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Training fees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50592"/>
            <a:ext cx="3090672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Small group or one-to-one basic digital skills lessons.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10144" y="1874519"/>
            <a:ext cx="73152" cy="1508760"/>
          </a:xfrm>
          <a:prstGeom prst="rect">
            <a:avLst/>
          </a:prstGeom>
          <a:solidFill>
            <a:srgbClr val="EF9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9933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Repeat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450592"/>
            <a:ext cx="3090672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Student bundles and small-business document support.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Illustrative sample prices (confirm locally before launch)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83340"/>
                </a:solidFill>
                <a:latin typeface="Aptos"/>
              </a:rPr>
              <a:t>Typing / document formatting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434840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66FBD"/>
                </a:solidFill>
                <a:latin typeface="Aptos"/>
              </a:rPr>
              <a:t>From KES 50 per page/task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18888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Printing / photocopying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818888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66FBD"/>
                </a:solidFill>
                <a:latin typeface="Aptos"/>
              </a:rPr>
              <a:t>From KES 10 per page (depends on size and ink)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02936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Scanning / email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202936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66FBD"/>
                </a:solidFill>
                <a:latin typeface="Aptos"/>
              </a:rPr>
              <a:t>From KES 30 per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86983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Basic digital skills lesson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5586983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66FBD"/>
                </a:solidFill>
                <a:latin typeface="Aptos"/>
              </a:rPr>
              <a:t>From KES 300 per session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0241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57381"/>
                </a:solidFill>
                <a:latin typeface="Aptos"/>
              </a:rPr>
              <a:t>Prices are illustrative planning assumptions, not verified market prices.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22442"/>
                </a:solidFill>
                <a:latin typeface="Aptos"/>
              </a:rPr>
              <a:t>Current Stage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64008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381"/>
                </a:solidFill>
                <a:latin typeface="Aptos"/>
              </a:rPr>
              <a:t>The business is at the planning stage; no customers or revenue are claimed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57381"/>
                </a:solidFill>
                <a:latin typeface="Aptos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856231"/>
            <a:ext cx="256032" cy="256032"/>
          </a:xfrm>
          <a:prstGeom prst="ellipse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2980" y="2103120"/>
            <a:ext cx="27432" cy="685800"/>
          </a:xfrm>
          <a:prstGeom prst="rect">
            <a:avLst/>
          </a:prstGeom>
          <a:solidFill>
            <a:srgbClr val="BE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78308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Month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783080"/>
            <a:ext cx="7772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340"/>
                </a:solidFill>
                <a:latin typeface="Aptos"/>
              </a:rPr>
              <a:t>Interview 30 potential customers and compare competitor prices.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80360"/>
            <a:ext cx="256032" cy="256032"/>
          </a:xfrm>
          <a:prstGeom prst="ellipse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2980" y="3127248"/>
            <a:ext cx="27432" cy="685800"/>
          </a:xfrm>
          <a:prstGeom prst="rect">
            <a:avLst/>
          </a:prstGeom>
          <a:solidFill>
            <a:srgbClr val="BE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280720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Month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807208"/>
            <a:ext cx="7772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340"/>
                </a:solidFill>
                <a:latin typeface="Aptos"/>
              </a:rPr>
              <a:t>Confirm service list, budget, location, and equipment options.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904488"/>
            <a:ext cx="256032" cy="256032"/>
          </a:xfrm>
          <a:prstGeom prst="ellipse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82980" y="4151376"/>
            <a:ext cx="27432" cy="685800"/>
          </a:xfrm>
          <a:prstGeom prst="rect">
            <a:avLst/>
          </a:prstGeom>
          <a:solidFill>
            <a:srgbClr val="BE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831336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Month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831336"/>
            <a:ext cx="7772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340"/>
                </a:solidFill>
                <a:latin typeface="Aptos"/>
              </a:rPr>
              <a:t>Secure startup resources and run a small pilot if funding allows.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928616"/>
            <a:ext cx="256032" cy="256032"/>
          </a:xfrm>
          <a:prstGeom prst="ellipse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855464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After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855464"/>
            <a:ext cx="7772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83340"/>
                </a:solidFill>
                <a:latin typeface="Aptos"/>
              </a:rPr>
              <a:t>Track daily customers, revenue, costs, and feedback.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10241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57381"/>
                </a:solidFill>
                <a:latin typeface="Aptos"/>
              </a:rPr>
              <a:t>Timeline depends on funding, equipment availability, and the results of customer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22442"/>
                </a:solidFill>
                <a:latin typeface="Aptos"/>
              </a:rPr>
              <a:t>Alternatives &amp; Our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64008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381"/>
                </a:solidFill>
                <a:latin typeface="Aptos"/>
              </a:rPr>
              <a:t>Customers already have options. We will compete through service quality, convenience, and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5738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2194560" cy="457200"/>
          </a:xfrm>
          <a:prstGeom prst="rect">
            <a:avLst/>
          </a:prstGeom>
          <a:solidFill>
            <a:srgbClr val="12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82880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What customers may like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755648"/>
            <a:ext cx="3246120" cy="457200"/>
          </a:xfrm>
          <a:prstGeom prst="rect">
            <a:avLst/>
          </a:prstGeom>
          <a:solidFill>
            <a:srgbClr val="12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1828800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What customers may like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Our opportunity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755648"/>
            <a:ext cx="4663440" cy="457200"/>
          </a:xfrm>
          <a:prstGeom prst="rect">
            <a:avLst/>
          </a:prstGeom>
          <a:solidFill>
            <a:srgbClr val="12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828800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Our opportunity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31720"/>
            <a:ext cx="2194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44144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83340"/>
                </a:solidFill>
                <a:latin typeface="Aptos"/>
              </a:rPr>
              <a:t>Existing cyber cafés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331720"/>
            <a:ext cx="3246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54680" y="2441448"/>
            <a:ext cx="31546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Known service and equipment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331720"/>
            <a:ext cx="4663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441448"/>
            <a:ext cx="4572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Friendly guidance and clear pricing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136391"/>
            <a:ext cx="2194560" cy="713232"/>
          </a:xfrm>
          <a:prstGeom prst="rect">
            <a:avLst/>
          </a:prstGeom>
          <a:solidFill>
            <a:srgbClr val="E7EFF5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246120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83340"/>
                </a:solidFill>
                <a:latin typeface="Aptos"/>
              </a:rPr>
              <a:t>Doing it alone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136391"/>
            <a:ext cx="3246120" cy="713232"/>
          </a:xfrm>
          <a:prstGeom prst="rect">
            <a:avLst/>
          </a:prstGeom>
          <a:solidFill>
            <a:srgbClr val="E7EFF5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54680" y="3246120"/>
            <a:ext cx="31546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No service fee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136391"/>
            <a:ext cx="4663440" cy="713232"/>
          </a:xfrm>
          <a:prstGeom prst="rect">
            <a:avLst/>
          </a:prstGeom>
          <a:solidFill>
            <a:srgbClr val="E7EFF5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324612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Save time and teach customers how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941063"/>
            <a:ext cx="2194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050791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83340"/>
                </a:solidFill>
                <a:latin typeface="Aptos"/>
              </a:rPr>
              <a:t>Friends / informal help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3941063"/>
            <a:ext cx="3246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54680" y="4050791"/>
            <a:ext cx="31546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Personal and familiar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941063"/>
            <a:ext cx="4663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4050791"/>
            <a:ext cx="4572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Reliable service and privacy awareness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16636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22442"/>
                </a:solidFill>
                <a:latin typeface="Aptos"/>
              </a:rPr>
              <a:t>Our promise: honest prices, careful handling of documents, respectful support, and practical digital skills—not just completing a task for the customer.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37376"/>
            <a:ext cx="10241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57381"/>
                </a:solidFill>
                <a:latin typeface="Aptos"/>
              </a:rPr>
              <a:t>Competitor details must be confirmed through local research before launch.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22442"/>
                </a:solidFill>
                <a:latin typeface="Aptos"/>
              </a:rPr>
              <a:t>Marketing &amp; Customer 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64008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381"/>
                </a:solidFill>
                <a:latin typeface="Aptos"/>
              </a:rPr>
              <a:t>Use low-cost local methods first and measure what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57381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1325880"/>
          </a:xfrm>
          <a:prstGeom prst="rect">
            <a:avLst/>
          </a:prstGeom>
          <a:solidFill>
            <a:srgbClr val="26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Community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309067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Posters near suitable locations and clear signage.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74519"/>
            <a:ext cx="73152" cy="1325880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Digital promotion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50592"/>
            <a:ext cx="309067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WhatsApp status, Facebook posts, and service updates.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10144" y="1874519"/>
            <a:ext cx="73152" cy="1325880"/>
          </a:xfrm>
          <a:prstGeom prst="rect">
            <a:avLst/>
          </a:prstGeom>
          <a:solidFill>
            <a:srgbClr val="EF9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993392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Referrals &amp; partnerships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450592"/>
            <a:ext cx="309067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Ask satisfied customers to refer others; approach schools and small businesses.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22442"/>
                </a:solidFill>
                <a:latin typeface="Aptos"/>
              </a:rPr>
              <a:t>First 90-day marketing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9875520" cy="150876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 Reach 100 people through direct conversations and local promotion.</a:t>
            </a:r>
          </a:p>
          <a:p>
            <a:pPr>
              <a:spcAft>
                <a:spcPts val="13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 Collect feedback from at least 20 customers during the pilot.</a:t>
            </a:r>
          </a:p>
          <a:p>
            <a:pPr>
              <a:spcAft>
                <a:spcPts val="1300"/>
              </a:spcAft>
              <a:defRPr sz="1600">
                <a:solidFill>
                  <a:srgbClr val="283340"/>
                </a:solidFill>
                <a:latin typeface="Aptos"/>
              </a:defRPr>
            </a:pPr>
            <a:r>
              <a:t>•  Track which services are most requested and focus on the strongest 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10241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57381"/>
                </a:solidFill>
                <a:latin typeface="Aptos"/>
              </a:rPr>
              <a:t>Targets are planning goals and should be updated after the first month.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22442"/>
                </a:solidFill>
                <a:latin typeface="Aptos"/>
              </a:rPr>
              <a:t>Team &amp;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64008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381"/>
                </a:solidFill>
                <a:latin typeface="Aptos"/>
              </a:rPr>
              <a:t>Start small and add support when the business can afford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57381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29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73152" cy="1828800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993392"/>
            <a:ext cx="4663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Founder / business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50592"/>
            <a:ext cx="4645152" cy="12070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Responsible for customer service, daily operations, record keeping, and learning new digital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73152" cy="1828800"/>
          </a:xfrm>
          <a:prstGeom prst="rect">
            <a:avLst/>
          </a:prstGeom>
          <a:solidFill>
            <a:srgbClr val="26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993392"/>
            <a:ext cx="4663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Part-time support (future plan)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450592"/>
            <a:ext cx="4645152" cy="12070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May help with printing, document preparation, or training during busy periods, depending on demand.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058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22442"/>
                </a:solidFill>
                <a:latin typeface="Aptos"/>
              </a:rPr>
              <a:t>Skills to build before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9875520" cy="114300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 Computer and office software skills</a:t>
            </a:r>
          </a:p>
          <a:p>
            <a:pPr>
              <a:spcAft>
                <a:spcPts val="13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 Customer care, digital safety, and privacy</a:t>
            </a:r>
          </a:p>
          <a:p>
            <a:pPr>
              <a:spcAft>
                <a:spcPts val="1300"/>
              </a:spcAft>
              <a:defRPr sz="1500">
                <a:solidFill>
                  <a:srgbClr val="283340"/>
                </a:solidFill>
                <a:latin typeface="Aptos"/>
              </a:defRPr>
            </a:pPr>
            <a:r>
              <a:t>•  Basic bookkeeping and business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0241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57381"/>
                </a:solidFill>
                <a:latin typeface="Aptos"/>
              </a:rPr>
              <a:t>Founder name and any actual qualifications or experience can be added before submission. Do not claim skills you do not have.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22442"/>
                </a:solidFill>
                <a:latin typeface="Aptos"/>
              </a:rPr>
              <a:t>Financial Plan (Illustrative Estimates)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64008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381"/>
                </a:solidFill>
                <a:latin typeface="Aptos"/>
              </a:rPr>
              <a:t>Planning model only. Replace these estimates with supplier quotes and real local prices.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5738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22442"/>
                </a:solidFill>
                <a:latin typeface="Aptos"/>
              </a:rPr>
              <a:t>Estimated startup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Used computer /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194560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1">
                <a:solidFill>
                  <a:srgbClr val="266FBD"/>
                </a:solidFill>
                <a:latin typeface="Aptos"/>
              </a:rPr>
              <a:t>KES 35,000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33472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Printer / scanner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633472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1">
                <a:solidFill>
                  <a:srgbClr val="266FBD"/>
                </a:solidFill>
                <a:latin typeface="Aptos"/>
              </a:rPr>
              <a:t>KES 25,000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72384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Furniture &amp;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072384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1">
                <a:solidFill>
                  <a:srgbClr val="266FBD"/>
                </a:solidFill>
                <a:latin typeface="Aptos"/>
              </a:rPr>
              <a:t>KES 12,000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Internet, supplies &amp;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511296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1">
                <a:solidFill>
                  <a:srgbClr val="266FBD"/>
                </a:solidFill>
                <a:latin typeface="Aptos"/>
              </a:rPr>
              <a:t>KES 8,000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50208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Rent deposit / contingency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950208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1">
                <a:solidFill>
                  <a:srgbClr val="266FBD"/>
                </a:solidFill>
                <a:latin typeface="Aptos"/>
              </a:rPr>
              <a:t>KES 20,000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62272"/>
            <a:ext cx="4754880" cy="18288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2442"/>
                </a:solidFill>
                <a:latin typeface="Aptos"/>
              </a:rPr>
              <a:t>Estimated startup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572000"/>
            <a:ext cx="1554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1">
                <a:solidFill>
                  <a:srgbClr val="1F9E97"/>
                </a:solidFill>
                <a:latin typeface="Aptos"/>
              </a:rPr>
              <a:t>KES 100,000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3736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22442"/>
                </a:solidFill>
                <a:latin typeface="Aptos"/>
              </a:rPr>
              <a:t>Example monthly forecast after launch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194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240279"/>
            <a:ext cx="73152" cy="822960"/>
          </a:xfrm>
          <a:prstGeom prst="rect">
            <a:avLst/>
          </a:prstGeom>
          <a:solidFill>
            <a:srgbClr val="1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2359152"/>
            <a:ext cx="47091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Revenue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816352"/>
            <a:ext cx="4690872" cy="2011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KES 60,000 / month (assumes an average KES 2,000 per day for 30 days)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9184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337560"/>
            <a:ext cx="73152" cy="822960"/>
          </a:xfrm>
          <a:prstGeom prst="rect">
            <a:avLst/>
          </a:prstGeom>
          <a:solidFill>
            <a:srgbClr val="EF9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3456432"/>
            <a:ext cx="47091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Operating cost estimate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913632"/>
            <a:ext cx="4690872" cy="2011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KES 40,000 / month (rent, internet, paper/ink, power, transport, maintenance)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8912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434840"/>
            <a:ext cx="73152" cy="822960"/>
          </a:xfrm>
          <a:prstGeom prst="rect">
            <a:avLst/>
          </a:prstGeom>
          <a:solidFill>
            <a:srgbClr val="266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4553712"/>
            <a:ext cx="470915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2442"/>
                </a:solidFill>
                <a:latin typeface="Aptos"/>
              </a:rPr>
              <a:t>Possible operating surplus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010912"/>
            <a:ext cx="4690872" cy="2011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83340"/>
                </a:solidFill>
                <a:latin typeface="Aptos"/>
              </a:rPr>
              <a:t>KES 20,000 / month before tax, loan repayments, and unexpected costs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37376"/>
            <a:ext cx="10241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657381"/>
                </a:solidFill>
                <a:latin typeface="Aptos"/>
              </a:rPr>
              <a:t>All figures are estimates for coursework, not actual quotations or guaranteed results. Forecast assumes a full month of operations and sufficient customer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78E1D5"/>
                </a:solidFill>
                <a:latin typeface="Aptos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424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Help us bring affordable digital services closer to the community.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9875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CD7B"/>
                </a:solidFill>
                <a:latin typeface="Aptos"/>
              </a:rPr>
              <a:t>Proposed startup support needed: KES 100,000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The funds would support: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9601200" cy="173736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Computer and printer/scanner equipment</a:t>
            </a:r>
          </a:p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Basic furniture, internet, and starting supplies</a:t>
            </a:r>
          </a:p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Initial setup costs and a small contingency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BED7EB"/>
                </a:solidFill>
                <a:latin typeface="Aptos"/>
              </a:rPr>
              <a:t>Digital Skills &amp; Cyber Services • Lodwar, Turkana County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Thank you. Presenter name and contact details to be added.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AFC2D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1418</Words>
  <Application>Microsoft Office PowerPoint</Application>
  <PresentationFormat>Widescreen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try me</dc:creator>
  <cp:keywords/>
  <dc:description>generated using python-pptx</dc:description>
  <cp:lastModifiedBy>try me</cp:lastModifiedBy>
  <cp:revision>2</cp:revision>
  <dcterms:created xsi:type="dcterms:W3CDTF">2013-01-27T09:14:16Z</dcterms:created>
  <dcterms:modified xsi:type="dcterms:W3CDTF">2026-10-11T19:54:57Z</dcterms:modified>
  <cp:category/>
</cp:coreProperties>
</file>